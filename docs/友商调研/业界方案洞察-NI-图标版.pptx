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1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10896"/>
            <a:ext cx="35295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 方案的拓扑、组件与仪器虚拟化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03504"/>
            <a:ext cx="11155680" cy="6400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03504"/>
            <a:ext cx="457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85800"/>
            <a:ext cx="108356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美国国家仪器（National Instruments）成立于 1976 年，总部位于美国得克萨斯州奥斯汀，2023 年并入 Emerson，作为其测试与测量业务运营；软件体系以 1986 年发布的 LabVIEW 为起点，向上延伸出 TestStand 测试执行软件与面向半导体测试的 TestStand Semiconductor Module，硬件侧以 PXI 模块化平台为主。本页说明该方案的硬件拓扑、三大组件的落点与仪器虚拟化相关做法。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335024"/>
            <a:ext cx="1481328" cy="566928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376172"/>
            <a:ext cx="512063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741932"/>
            <a:ext cx="14081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产线系统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9696" y="1335024"/>
            <a:ext cx="1316736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139696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376172"/>
            <a:ext cx="512063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76272" y="1741932"/>
            <a:ext cx="124358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1335024"/>
            <a:ext cx="1316736" cy="566928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02736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1376172"/>
            <a:ext cx="512063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39312" y="1741932"/>
            <a:ext cx="124358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1335024"/>
            <a:ext cx="1609344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65776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1376172"/>
            <a:ext cx="512063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02352" y="1741932"/>
            <a:ext cx="15361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分析平台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52728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98064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61104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70448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52728" y="1965960"/>
            <a:ext cx="4617720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20240" y="2029968"/>
            <a:ext cx="2651760" cy="53035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920240" y="2029968"/>
            <a:ext cx="36576" cy="53035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wi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376" y="2071116"/>
            <a:ext cx="475487" cy="29717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56816" y="2400300"/>
            <a:ext cx="25786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工业以太网交换机（千兆 · 环网 · VLAN）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6120" y="1965960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2560320"/>
            <a:ext cx="0" cy="128016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05840" y="2688336"/>
            <a:ext cx="4480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005840" y="2688336"/>
            <a:ext cx="36576" cy="6583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729484"/>
            <a:ext cx="512063" cy="3200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6" y="3186684"/>
            <a:ext cx="44074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工业控制计算机（Host）：测试执行 · 工位扩展 · 操作界面 · 驱动</a:t>
            </a:r>
          </a:p>
        </p:txBody>
      </p:sp>
      <p:sp>
        <p:nvSpPr>
          <p:cNvPr id="38" name="Oval 37"/>
          <p:cNvSpPr/>
          <p:nvPr/>
        </p:nvSpPr>
        <p:spPr>
          <a:xfrm>
            <a:off x="5257800" y="2734056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5038344" y="2734056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46120" y="3346704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63624" y="3410712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563624" y="3410712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66744" y="3410712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96712" y="3410712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12064" y="3474720"/>
            <a:ext cx="210312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12064" y="3474720"/>
            <a:ext cx="36576" cy="62179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v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7592" y="3515868"/>
            <a:ext cx="512063" cy="3200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8640" y="3936491"/>
            <a:ext cx="202996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测量程序（LabVIEW）</a:t>
            </a:r>
          </a:p>
        </p:txBody>
      </p:sp>
      <p:sp>
        <p:nvSpPr>
          <p:cNvPr id="49" name="Oval 48"/>
          <p:cNvSpPr/>
          <p:nvPr/>
        </p:nvSpPr>
        <p:spPr>
          <a:xfrm>
            <a:off x="2386584" y="3520439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98064" y="3474720"/>
            <a:ext cx="1737360" cy="62179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798064" y="3474720"/>
            <a:ext cx="36576" cy="62179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ri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3515868"/>
            <a:ext cx="512063" cy="3200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834640" y="3936491"/>
            <a:ext cx="166420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仪器驱动（SCPI / IVI）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18304" y="3474720"/>
            <a:ext cx="1956816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718304" y="3474720"/>
            <a:ext cx="36576" cy="62179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ross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3515868"/>
            <a:ext cx="512063" cy="3200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54880" y="3936491"/>
            <a:ext cx="18836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开关与路径（资源仲裁）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563624" y="409651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66744" y="409651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696712" y="409651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563624" y="4160520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63624" y="416052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666744" y="416052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696712" y="416052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12064" y="4224528"/>
            <a:ext cx="2103120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512064" y="4224528"/>
            <a:ext cx="36576" cy="69494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node_chass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7592" y="4265676"/>
            <a:ext cx="512063" cy="32004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48640" y="4759452"/>
            <a:ext cx="202996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模块化机箱（PXI）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98064" y="4224528"/>
            <a:ext cx="1737360" cy="694944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2798064" y="4224528"/>
            <a:ext cx="36576" cy="69494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cross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0712" y="4265676"/>
            <a:ext cx="512063" cy="3200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834640" y="4759452"/>
            <a:ext cx="166420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18304" y="4224528"/>
            <a:ext cx="1956816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4718304" y="4224528"/>
            <a:ext cx="36576" cy="69494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nst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0680" y="4265676"/>
            <a:ext cx="512063" cy="32004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754880" y="4759452"/>
            <a:ext cx="18836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外挂仪器（LXI / GPIB / USB）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563624" y="491947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666744" y="491947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696712" y="491947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563624" y="4983480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66543" y="498348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257800" y="498348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12064" y="5047488"/>
            <a:ext cx="3108960" cy="512064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512064" y="5047488"/>
            <a:ext cx="36576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fixtu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3430" y="5088636"/>
            <a:ext cx="446227" cy="27889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48640" y="5399532"/>
            <a:ext cx="30358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40480" y="5047488"/>
            <a:ext cx="2834640" cy="51206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840480" y="5047488"/>
            <a:ext cx="36576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du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4686" y="5088636"/>
            <a:ext cx="446227" cy="27889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877056" y="5399532"/>
            <a:ext cx="276148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 DUT × N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621024" y="5303520"/>
            <a:ext cx="219456" cy="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2064" y="5596128"/>
            <a:ext cx="6163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连线为通路示意：控制与数据（TCP/IP、PCIe、背板触发）、信号（电缆与针床接触）；节点图形为示意，机箱为产品图。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76288" y="1316736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三大组件：官方功能描述（引自 ni.com）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76288" y="1508760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76288" y="1572768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23175" y="1554480"/>
            <a:ext cx="10058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4736" y="1554480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“Off-the-shelf test management software for validation &amp; production test.”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74736" y="1874519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现成的测试管理软件，用于验证测试与生产测试。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76288" y="213969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876288" y="2212848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23175" y="2194560"/>
            <a:ext cx="10058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74736" y="2194560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“A graphical programming environment engineers use to develop automated production, validation &amp; research test systems.”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74736" y="2514600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工程师用于开发自动化生产、验证与研究类测试系统的图形化编程环境。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76288" y="277977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876288" y="2852927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23175" y="2834639"/>
            <a:ext cx="10058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74736" y="2834639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“Extends the TestStand environment to help you develop, debug, deploy, and maintain semiconductor test systems.”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74736" y="3154679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在 TestStand 环境之上扩展，用于开发、调试、部署与维护半导体测试系统。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76288" y="341985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76288" y="3493008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仪器虚拟化：从理念到仿真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76288" y="3685032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76288" y="3703320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理念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78624" y="3694176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软件定义仪器功能与前面板，虚拟仪器概念自 1986 年沿用。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76288" y="3941063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78624" y="39319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 模块按测量类型组合，换模块即改变仪器构成。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76288" y="4178807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抽象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78624" y="416966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NI-VISA 与 IVI 驱动统一会话，更换总线不改上层调用。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76288" y="4416551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面板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78624" y="4407407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InstrumentStudio 以台式面板呈现模块化仪器。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4654295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78624" y="4645151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 MAX 可建仿真设备，无硬件亦可开发验证流程。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76288" y="4864608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虚拟化在产业中的应用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76288" y="5056632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876288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6876288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半导体晶圆与封测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055863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8055863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汽车电子与 ECU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235440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9235440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航空航天与国防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415016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10415016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消费电子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876288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6876288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通信设备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55863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8055863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能源与电力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235440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9235440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医疗电子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415016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10415016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科研与院校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76288" y="5614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适用：多品种中小批量、机箱内 4 至 16 工位并行；受限：成本敏感的单品种大批量。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2064" y="5888736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24128" y="5943600"/>
            <a:ext cx="10607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组件分工清晰：执行（TestStand）、测量（LabVIEW）、工位扩展（TSM）各归其位；仪器虚拟化使其在硬件不变的前提下通过软件调整测量能力，并已在半导体、汽车、航空航天、通信等行业形成成熟应用。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公开产品页（What Is TestStand、LabVIEW、TestStand Semiconductor Module）；三大组件描述为官方原文引用，中文为直译；节点划分、编号与适用性判断为本文归纳。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