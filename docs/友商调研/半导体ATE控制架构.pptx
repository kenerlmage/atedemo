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半导体 ATE 的控制架构：不是一个问题，是两个问题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「几台分布式工控机箱」与「中心下发任务」不是二选一——它们分别管实时与调度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16736"/>
            <a:ext cx="55321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直觉 A：分布式机箱为主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512064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A424C"/>
                </a:solidFill>
                <a:latin typeface="微软雅黑"/>
                <a:ea typeface="微软雅黑"/>
                <a:cs typeface="微软雅黑"/>
              </a:rPr>
              <a:t>多台工控机箱各自带控制器与仪器，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A424C"/>
                </a:solidFill>
                <a:latin typeface="微软雅黑"/>
                <a:ea typeface="微软雅黑"/>
                <a:cs typeface="微软雅黑"/>
              </a:rPr>
              <a:t>并行跑各自的被测件。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A424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A424C"/>
                </a:solidFill>
                <a:latin typeface="微软雅黑"/>
                <a:ea typeface="微软雅黑"/>
                <a:cs typeface="微软雅黑"/>
              </a:rPr>
              <a:t>对的部分：实时回路必须在机箱里。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A424C"/>
                </a:solidFill>
                <a:latin typeface="微软雅黑"/>
                <a:ea typeface="微软雅黑"/>
                <a:cs typeface="微软雅黑"/>
              </a:rPr>
              <a:t>错的部分：它不是「主导」，只是执行面。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16736"/>
            <a:ext cx="55321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5080" y="1444752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直觉 B：中心下发任务为主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512064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调度服务/MES 决定测什么、用哪版程序、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结果收到哪，再分给各站。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对的部分：换型、追溯、版本管理靠它。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错的部分：它不能下发每一条指令。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02736"/>
            <a:ext cx="11201400" cy="932688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1778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3712463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5A421E"/>
                </a:solidFill>
                <a:latin typeface="微软雅黑"/>
                <a:ea typeface="微软雅黑"/>
                <a:cs typeface="微软雅黑"/>
              </a:rPr>
              <a:t>结论：控制面集中、数据面本地。</a:t>
            </a: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5A421E"/>
                </a:solidFill>
                <a:latin typeface="微软雅黑"/>
                <a:ea typeface="微软雅黑"/>
                <a:cs typeface="微软雅黑"/>
              </a:rPr>
              <a:t>中心只说「做什么」，工控机决定「每微秒怎么做」——量产线（NI STS、OSAT、Advantest 机台）无一例外。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0016"/>
            <a:ext cx="11201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两种职责的分界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74336"/>
            <a:ext cx="11201400" cy="27432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5020056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职责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020056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 / 调度层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5020056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工控机 / 实时层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8523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任务令与程序版本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28523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中心：谁测什么、用哪版程序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28523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工控机：只接收，不自行改版本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5955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实时执行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55955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中心：不参与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55955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工控机：序列解释、仪器时序、超时与联锁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3387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结果与追溯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83387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中心：汇总、归档、对 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83387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工控机：本地落盘，断网可续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0819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换型与并发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610819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中心：排队与分配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610819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工控机：单站内多 site 并行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口径：本节讨论「产线怎么组织测试」，不涉及 per-pin 时序精度等硬件指标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三种控制形态：调度放在哪一层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区别不在算力，而在实时回路与任务下发是否同一个进程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pic>
        <p:nvPicPr>
          <p:cNvPr id="6" name="Picture 5" descr="ATE三种控制形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097280"/>
            <a:ext cx="9103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72784"/>
            <a:ext cx="11201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形态 B 是量产主流：中心只下发任务与程序版本，实时回路留在各站工控机箱，单站故障不扩散。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图：ATE三种控制形态.png（自制，2400×1350）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 路线拆解：TestStand 管调度，LabVIEW 管测量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四个组件各司其职——把「通用执行器」变成「半导体执行器」的是 TSM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4864" cy="694944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6656" y="1389888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89888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63430"/>
                </a:solidFill>
                <a:latin typeface="微软雅黑"/>
                <a:ea typeface="微软雅黑"/>
                <a:cs typeface="微软雅黑"/>
              </a:rPr>
              <a:t>序列引擎：解释执行 step、管理流程与结果容器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89888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每站一份；主线程 + 每 site 一条线程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84831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02920" y="2084831"/>
            <a:ext cx="54864" cy="694944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" y="217627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Process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76272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63430"/>
                </a:solidFill>
                <a:latin typeface="微软雅黑"/>
                <a:ea typeface="微软雅黑"/>
                <a:cs typeface="微软雅黑"/>
              </a:rPr>
              <a:t>Test UUTs / Batch / Parallel：初始化、UUT 循环、收尾、binning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176272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决定并发模型；Batch 要求各 site 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71215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02920" y="2871215"/>
            <a:ext cx="54864" cy="69494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" y="2962656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TSM 半导体模块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62656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63430"/>
                </a:solidFill>
                <a:latin typeface="微软雅黑"/>
                <a:ea typeface="微软雅黑"/>
                <a:cs typeface="微软雅黑"/>
              </a:rPr>
              <a:t>site 与 pin map 抽象、多工位程序复用、STDF 落盘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962656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把通用引擎接上半导体语义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2920" y="3657600"/>
            <a:ext cx="54864" cy="694944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656" y="3749039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749039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63430"/>
                </a:solidFill>
                <a:latin typeface="微软雅黑"/>
                <a:ea typeface="微软雅黑"/>
                <a:cs typeface="微软雅黑"/>
              </a:rPr>
              <a:t>测量代码：一个 step 对应一个 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49039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被引擎调用，自己不调度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43983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02920" y="4443983"/>
            <a:ext cx="54864" cy="694944"/>
          </a:xfrm>
          <a:prstGeom prst="roundRect">
            <a:avLst>
              <a:gd name="adj" fmla="val 0"/>
            </a:avLst>
          </a:prstGeom>
          <a:solidFill>
            <a:srgbClr val="5C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6656" y="4535423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Switch Executive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535423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63430"/>
                </a:solidFill>
                <a:latin typeface="微软雅黑"/>
                <a:ea typeface="微软雅黑"/>
                <a:cs typeface="微软雅黑"/>
              </a:rPr>
              <a:t>开关/矩阵布线与路径互斥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535423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共享资源仲裁，避免串扰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30368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02920" y="5230368"/>
            <a:ext cx="54864" cy="694944"/>
          </a:xfrm>
          <a:prstGeom prst="roundRect">
            <a:avLst>
              <a:gd name="adj" fmla="val 0"/>
            </a:avLst>
          </a:prstGeom>
          <a:solidFill>
            <a:srgbClr val="6E6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6656" y="5321807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Operator 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321807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63430"/>
                </a:solidFill>
                <a:latin typeface="微软雅黑"/>
                <a:ea typeface="微软雅黑"/>
                <a:cs typeface="微软雅黑"/>
              </a:rPr>
              <a:t>操作界面、结果查询、权限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321807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独立进程，可断开重连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53328"/>
            <a:ext cx="11201400" cy="40233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5800" y="6144768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关键：Batch / Parallel 模型会为每个 site 复制一份序列到新线程——多工位是「同一程序复制执行」，不是「一个程序轮流跑」。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依据：NI TestStand 文档（Testing Multiple Sites in Parallel）、TSM 用户手册（多工位 pin map、binning、STDF）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TestStand → LabVIEW：一次多工位测试怎么跑起来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左边是分层与进程边界，右边是三个 site 的线程与共享资源时序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pic>
        <p:nvPicPr>
          <p:cNvPr id="6" name="Picture 5" descr="TestStand到LabVIEW调用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097280"/>
            <a:ext cx="9103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72784"/>
            <a:ext cx="11201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共享电源与开关矩阵是并行的唯一硬约束：分时或互斥没做好，多站测值会互相污染。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图：TestStand到LabVIEW调用链.png（自制，2400×1350）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其他厂商怎么组织：机台在内，调度在外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专用 ATE 把实时做到每引脚，但任务下发与数据上送同样走中心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1201400" cy="310896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423160" y="134416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控制形态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34416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程序与执行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4416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多站方式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34416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对外接口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4592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3504" y="1755648"/>
            <a:ext cx="1691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Advantest V93000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75564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测试头 + 工作站；每引脚自带测试处理器，水冷，计算与接口随卡走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755648"/>
            <a:ext cx="23774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SmarTest 程序；编译后下发到卡上执行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755648"/>
            <a:ext cx="201167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同测数由卡与通道数决定，硬件并行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75564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SECS/GEM 对接线控；STDF 落盘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3504" y="2852928"/>
            <a:ext cx="1691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Teradyne UltraFLEX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85292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测试头 + 控制器；通用插槽，任意仪器插任意槽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52928"/>
            <a:ext cx="23774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IG-XL（表格驱动）；单站程序可自动转多站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852928"/>
            <a:ext cx="201167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同测数随 UltraFLEXplus 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85292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SECS/GEM、STDF、离线数据分析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4048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3504" y="3950208"/>
            <a:ext cx="1691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 STS（T1/T2/T4）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95020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1/2/4 个 18 槽 PXI 机箱，各带嵌入式控制器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50208"/>
            <a:ext cx="23774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TestStand + TSM；同一套程序按 site 数缩放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950208"/>
            <a:ext cx="201167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Batch / Parallel 复制序列到多线程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95020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TestStand 结果库、STDF 导出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37759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03504" y="5047488"/>
            <a:ext cx="1691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OSAT 量产线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04748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Tester + Handler + 线控 EAP；机台不直接连 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047488"/>
            <a:ext cx="23774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机台程序由 EAP 下发与版本管理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047488"/>
            <a:ext cx="201167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多工位由 Handler 决定，机台按 site 判 bin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5047488"/>
            <a:ext cx="21945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SECS/GEM（E5/E30/E37/E40）、Map 文件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6053328"/>
            <a:ext cx="11201400" cy="40233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6144768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共同点：机台内部做实时（硬时序、并行同测），机台外部做调度（程序版本、任务排队、结果归档、与 MES 对接）。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依据：Advantest V93000 产品页、Teradyne UltraFLEX / IG-XL 产品页、NI STS 与 TSM 文档、SEMI SECS/GEM 与 STDF 标准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对我们的取舍：控制面集中，数据面本地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不追求专用 ATE 的时序能力，但要把「中心—站点」的分界划清楚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532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四条设计约束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" cy="82296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" y="1645920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① 控制面集中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920240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任务令、程序版本、结果归档只从中心下发与回收；中心不参与任何实时步骤。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87168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02920" y="2487168"/>
            <a:ext cx="54864" cy="82296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" y="2578608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② 数据面本地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852927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序列执行、仪器时序、超时与安全联锁全部在工控机；断网不得停线。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19856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2920" y="3419856"/>
            <a:ext cx="54864" cy="82296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" y="351129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③ 站点身份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785616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中心只认 site id，不认机器名或 IP；换机不改任务定义。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52544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02920" y="4352544"/>
            <a:ext cx="54864" cy="82296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6656" y="4443983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④ 断网可运行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718304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中心不可达时按已缓存程序继续跑，结果本地排队补传，恢复后对账。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280160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映射到现有 ATE Runner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554480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355080" y="1554480"/>
            <a:ext cx="45720" cy="585216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10528" y="1627632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TASKS / 任务令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186537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已是中心下发，保留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231136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355080" y="2231136"/>
            <a:ext cx="45720" cy="58521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10528" y="23042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TPS 用例集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54203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对应「程序版本」，需加版本号与灰度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907791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355080" y="2907791"/>
            <a:ext cx="45720" cy="58521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10528" y="298094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ate_db / 结果归档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218687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已具备，需补断网补传与对账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3584448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355080" y="3584448"/>
            <a:ext cx="45720" cy="58521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10528" y="3657600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site 抽象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895344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缺失，一拖多的前提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4261104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355080" y="4261104"/>
            <a:ext cx="45720" cy="58521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10528" y="4334256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共享仪器仲裁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457200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缺失，多站并行时会互相污染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029200"/>
            <a:ext cx="5349240" cy="1389888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1524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37960" y="513892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一句话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413248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A3A1E"/>
                </a:solidFill>
                <a:latin typeface="微软雅黑"/>
                <a:ea typeface="微软雅黑"/>
                <a:cs typeface="微软雅黑"/>
              </a:rPr>
              <a:t>我们不需要复刻 TestStand，但需要复刻它的分界：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A3A1E"/>
                </a:solidFill>
                <a:latin typeface="微软雅黑"/>
                <a:ea typeface="微软雅黑"/>
                <a:cs typeface="微软雅黑"/>
              </a:rPr>
              <a:t>引擎在站点、编排在中心、语义（site / bin / STDF）夹在中间。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结论基于前五页对比；「缺失」项与 06 篇的四个能力缺口一致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