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46888"/>
            <a:ext cx="3986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19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NI：产品与特性 · 拓扑与核心思想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512064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836676"/>
            <a:ext cx="283464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969264"/>
            <a:ext cx="60167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520440" y="976579"/>
            <a:ext cx="7315" cy="2911449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9379" y="1944014"/>
            <a:ext cx="6002121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19379" y="2919679"/>
            <a:ext cx="6002121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0881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5730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测试执行与管理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42189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序列化组织测试步骤，支持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并行与多工位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执行；结果入库与报表生成；可调用 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LabVIEW / C / Python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模块，不绑定具体仪器。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10881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125730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图形化开发环境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142189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数据流图形编程；具备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仪器连接与驱动调用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能力；内建界面控件；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测试库与工具包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缩短开发与调试周期。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6288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3205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半导体测试扩展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9664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TestStand 之上增加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工位与引脚映射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、多工位并行；对接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探针台 / 分选机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，结果以 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输出，支撑中测与终测。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206288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23205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模块化硬件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39664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 + 控制器 + 模块组合成测量系统；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背板触发与时钟同步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换模块即换仪器构成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，无需专用整机。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38551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07715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仪器抽象层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72307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统一会话访问 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GPIB / LXI / USB / PXI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仪器；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类驱动实现同类仪器互换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，上层调用不随硬件变更。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3038551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3207715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仪器软面板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3372307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台式仪器面板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操作模块化仪器；面板</a:t>
            </a:r>
            <a:r>
              <a:rPr sz="6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可保存可复用</a:t>
            </a: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，便于调试与人工验证，减少自编界面工作量。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621792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产品拓扑：半导体产线联动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03136" y="836676"/>
            <a:ext cx="246888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6" y="649224"/>
            <a:ext cx="23042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5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图为 NI 公开产品图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03136" y="969264"/>
            <a:ext cx="2395728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803136" y="969264"/>
            <a:ext cx="36576" cy="45720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n2_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027176"/>
            <a:ext cx="512064" cy="3413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43216" y="1046988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121158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执行与工位调度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969264"/>
            <a:ext cx="2322576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326880" y="969264"/>
            <a:ext cx="36576" cy="45720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n2_t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1027176"/>
            <a:ext cx="512064" cy="34137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66960" y="1046988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1211580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引脚映射 · 多工位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98864" y="1197864"/>
            <a:ext cx="12801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803136" y="1586484"/>
            <a:ext cx="2395728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803136" y="1586484"/>
            <a:ext cx="36576" cy="45720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n2_l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644396"/>
            <a:ext cx="512064" cy="34137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43216" y="1664208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182880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测量程序 · 面板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586484"/>
            <a:ext cx="2322576" cy="457200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326880" y="1586484"/>
            <a:ext cx="36576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36608" y="1664208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/ STDF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6608" y="1828800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结果入库与产线回流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01000" y="1426464"/>
            <a:ext cx="0" cy="16002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01000" y="1426464"/>
            <a:ext cx="0" cy="106984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01000" y="1533448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488168" y="1533448"/>
            <a:ext cx="0" cy="53036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803136" y="2203704"/>
            <a:ext cx="4864608" cy="420624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803136" y="2203704"/>
            <a:ext cx="36576" cy="42062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12864" y="2203704"/>
            <a:ext cx="46817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IVI：统一会话与类驱动，屏蔽 GPIB / LXI / USB / PXI 差异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01000" y="2043684"/>
            <a:ext cx="0" cy="16002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803136" y="2820924"/>
            <a:ext cx="2395728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803136" y="2820924"/>
            <a:ext cx="36576" cy="45720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n2_px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878836"/>
            <a:ext cx="512064" cy="3413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43216" y="2898648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机箱与模块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43216" y="306324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背板触发 · 时钟同步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2820924"/>
            <a:ext cx="2322576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9326880" y="2820924"/>
            <a:ext cx="36576" cy="45720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n2_studi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878836"/>
            <a:ext cx="512064" cy="3413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966960" y="2898648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3063240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软面板调试与验证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001000" y="2624328"/>
            <a:ext cx="0" cy="196596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01000" y="2624328"/>
            <a:ext cx="0" cy="14356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01000" y="2767888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488168" y="2767888"/>
            <a:ext cx="0" cy="53036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803136" y="3438144"/>
            <a:ext cx="3017520" cy="457200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803136" y="3438144"/>
            <a:ext cx="36576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12864" y="3515868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半导体测试台：探针台 / 分选机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12864" y="3680459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 TSM 交换工位与分选信号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30384" y="3438144"/>
            <a:ext cx="1737360" cy="457200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9930384" y="3438144"/>
            <a:ext cx="36576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40111" y="3438144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DUT：晶圆 / 芯片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001000" y="3278124"/>
            <a:ext cx="0" cy="16002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20656" y="3666744"/>
            <a:ext cx="109728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12064" y="4078224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" y="4293108"/>
            <a:ext cx="192024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2064" y="4352544"/>
            <a:ext cx="269748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512064" y="4352544"/>
            <a:ext cx="36576" cy="109728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41655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4645152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分布式拓扑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4855464"/>
            <a:ext cx="24414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控制、测量与数据服务分布在多台设备上，经工业以太网与总线按接口协作；工位可增减，单点故障影响面受限，扩容以增加节点实现。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1159" y="4352544"/>
            <a:ext cx="269748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331159" y="4352544"/>
            <a:ext cx="36576" cy="109728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59175" y="441655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59175" y="4645152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模块化与复用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175" y="4855464"/>
            <a:ext cx="24414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机箱、模块与背板同步构成复用基础；多种测量需求以模块组合覆盖，而非逐项定制整机。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50254" y="4352544"/>
            <a:ext cx="269748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6150254" y="4352544"/>
            <a:ext cx="36576" cy="109728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78270" y="441655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78270" y="4645152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开放标准与生态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78270" y="4855464"/>
            <a:ext cx="24414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PXI、VISA / IVI、STDF 等公开标准，使第三方模块、探针台与分选机均可接入，不被单一供应商锁定。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69349" y="4352544"/>
            <a:ext cx="269748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969349" y="4352544"/>
            <a:ext cx="36576" cy="109728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97365" y="441655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97365" y="4645152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97365" y="4855464"/>
            <a:ext cx="24414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以脚本描述测试意图，由执行引擎解释并映射到仪器；描述不绑定执行平台，换硬件不改脚本。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2064" y="5522976"/>
            <a:ext cx="11155680" cy="310896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512064" y="5522976"/>
            <a:ext cx="36576" cy="31089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55915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DSL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60704" y="5564124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脚本描述语言（Domain-Specific Language）：面向测试领域的受限语言，只保留 </a:t>
            </a:r>
            <a:r>
              <a:rPr sz="63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施加 / 测量 / 判定 / 流程控制</a:t>
            </a: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等要素，语句声明测试意图而非实现细节；相比通用编程语言</a:t>
            </a:r>
            <a:r>
              <a:rPr sz="63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语法面窄、可静态校验、便于跨平台复用</a:t>
            </a: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，执行时由引擎映射到具体仪器与通道。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2064" y="5925312"/>
            <a:ext cx="1115568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2064" y="5980176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4128" y="597103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半导体场景下分工明确：</a:t>
            </a:r>
            <a:r>
              <a:rPr sz="7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TestStand 编排工位与流程</a:t>
            </a: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7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TSM 承担引脚映射与多工位并行</a:t>
            </a: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7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驱动层对接探针台与分选机</a:t>
            </a: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、结果以 </a:t>
            </a:r>
            <a:r>
              <a:rPr sz="7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 回流 MES</a:t>
            </a: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；对应本方案，即 </a:t>
            </a:r>
            <a:r>
              <a:rPr sz="72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DSL 描述与执行引擎分离</a:t>
            </a:r>
            <a:r>
              <a:rPr sz="72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、仪器访问抽象、仿真与实机共用同一描述。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2064" y="6492240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公开公司与产品资料（1976 年成立，1986 年发布 LabVIEW，2023 年并入 Emerson；TestStand、LabVIEW、TSM、PXI、NI-VISA、InstrumentStudio）；产品特性为公开资料归纳，拓扑与核心思想为本文判断。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