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业界方案洞察：NI 在 ATE 领域的优秀实践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34381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软件拓扑 · 设备虚拟化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566928"/>
            <a:ext cx="11155680" cy="877824"/>
          </a:xfrm>
          <a:prstGeom prst="rect">
            <a:avLst/>
          </a:prstGeom>
          <a:solidFill>
            <a:srgbClr val="ED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12064" y="566928"/>
            <a:ext cx="43891" cy="87782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"/>
            <a:ext cx="27432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洞察结论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822960"/>
            <a:ext cx="108447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NI 在 ATE 行业的实践可以概括为一句：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把测试能力从专用硬件搬到软件与标准接口之上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。其上以 TestStand 管理测试执行与多工位调度、以 LabVIEW 承载测量程序、以 TSM 将半导体工位与引脚概念引入执行层，其下以 NI-VISA 与 IVI 统一仪器访问、以 PXI 平台承载通道与同步；层间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单向依赖、同层可替换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，使更换仪器与新增机型不必改写测试程序。与之配套的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设备虚拟化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让仪器能被描述、被仿真、被类驱动映射，因而无实机亦可联调、跨形态只需配置。两者共同的作用是把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机型切换成本与联调周期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从硬件侧移到软件侧。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4" y="1572768"/>
            <a:ext cx="10972" cy="4663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2064" y="1554480"/>
            <a:ext cx="53035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的系统拓扑（自下而上：被测件至产线系统）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1751076"/>
            <a:ext cx="530352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" y="1792224"/>
            <a:ext cx="1225296" cy="402336"/>
          </a:xfrm>
          <a:prstGeom prst="rect">
            <a:avLst/>
          </a:prstGeom>
          <a:solidFill>
            <a:srgbClr val="F1F3F6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12064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5" y="1833372"/>
            <a:ext cx="321012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" y="2034540"/>
            <a:ext cx="11704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产线系统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7088" y="1792224"/>
            <a:ext cx="1133856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847088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509" y="1833372"/>
            <a:ext cx="321012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74519" y="2034540"/>
            <a:ext cx="10789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程序库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0672" y="1792224"/>
            <a:ext cx="1133856" cy="402336"/>
          </a:xfrm>
          <a:prstGeom prst="rect">
            <a:avLst/>
          </a:prstGeom>
          <a:solidFill>
            <a:srgbClr val="F1F3F6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090672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093" y="1833372"/>
            <a:ext cx="321012" cy="2011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18103" y="2034540"/>
            <a:ext cx="10789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1792224"/>
            <a:ext cx="1609344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34256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21" y="1833372"/>
            <a:ext cx="321012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61688" y="2034540"/>
            <a:ext cx="1554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分析平台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2286000"/>
            <a:ext cx="4663440" cy="237744"/>
          </a:xfrm>
          <a:prstGeom prst="rect">
            <a:avLst/>
          </a:prstGeom>
          <a:solidFill>
            <a:srgbClr val="F1F3F6"/>
          </a:solidFill>
          <a:ln w="889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2336292"/>
            <a:ext cx="4663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6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工业以太网交换机（千兆 · 环网 · VLAN）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2615184"/>
            <a:ext cx="466344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05840" y="261518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462" y="2656332"/>
            <a:ext cx="350195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33272" y="2875788"/>
            <a:ext cx="46085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工业控制计算机（Host）：测试执行 · 工位扩展 · 操作界面 · 驱动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3127248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12064" y="3127248"/>
            <a:ext cx="29260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v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237" y="3168396"/>
            <a:ext cx="321012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9496" y="3369564"/>
            <a:ext cx="168249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测量程序（LabVIEW）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3127248"/>
            <a:ext cx="1572768" cy="402336"/>
          </a:xfrm>
          <a:prstGeom prst="rect">
            <a:avLst/>
          </a:prstGeom>
          <a:solidFill>
            <a:srgbClr val="F1F3F6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395728" y="3127248"/>
            <a:ext cx="29260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i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1605" y="3168396"/>
            <a:ext cx="321012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423160" y="3369564"/>
            <a:ext cx="151790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仪器驱动（SCPI / IVI）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127248"/>
            <a:ext cx="18288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114800" y="3127248"/>
            <a:ext cx="29260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rossb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8693" y="3168396"/>
            <a:ext cx="321012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142232" y="3369564"/>
            <a:ext cx="1773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开关与路径（资源仲裁）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3621024"/>
            <a:ext cx="17373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12064" y="362102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hassis_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2944" y="3662172"/>
            <a:ext cx="355600" cy="219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39496" y="3881628"/>
            <a:ext cx="168249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模块化机箱（PXI）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95728" y="3621024"/>
            <a:ext cx="1572768" cy="420624"/>
          </a:xfrm>
          <a:prstGeom prst="rect">
            <a:avLst/>
          </a:prstGeom>
          <a:solidFill>
            <a:srgbClr val="F1F3F6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395728" y="362102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wit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7014" y="3662172"/>
            <a:ext cx="350195" cy="2194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423160" y="3881628"/>
            <a:ext cx="151790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3621024"/>
            <a:ext cx="1828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114800" y="362102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nst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4102" y="3662172"/>
            <a:ext cx="350195" cy="2194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142232" y="3881628"/>
            <a:ext cx="1773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外挂仪器（LXI / GPIB / USB）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" y="4114800"/>
            <a:ext cx="2651760" cy="347472"/>
          </a:xfrm>
          <a:prstGeom prst="rect">
            <a:avLst/>
          </a:prstGeom>
          <a:solidFill>
            <a:srgbClr val="F1F3F6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12064" y="4114800"/>
            <a:ext cx="29260" cy="34747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fixtu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1212" y="4155948"/>
            <a:ext cx="233463" cy="14630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39496" y="4302252"/>
            <a:ext cx="25968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11296" y="4114800"/>
            <a:ext cx="2432304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511296" y="4114800"/>
            <a:ext cx="29260" cy="34747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du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0716" y="4155948"/>
            <a:ext cx="233463" cy="14630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538727" y="4302252"/>
            <a:ext cx="23774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 DUT × 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24712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414016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657600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138928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337560" y="2523744"/>
            <a:ext cx="0" cy="91440"/>
          </a:xfrm>
          <a:prstGeom prst="line">
            <a:avLst/>
          </a:prstGeom>
          <a:ln w="9525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337560" y="3035808"/>
            <a:ext cx="0" cy="91440"/>
          </a:xfrm>
          <a:prstGeom prst="line">
            <a:avLst/>
          </a:prstGeom>
          <a:ln w="9525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80744" y="3529584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182112" y="3529584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029200" y="3529584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837943" y="4041648"/>
            <a:ext cx="0" cy="36576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27448" y="4041648"/>
            <a:ext cx="0" cy="36576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163824" y="4288536"/>
            <a:ext cx="347472" cy="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2064" y="4498848"/>
            <a:ext cx="5303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3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连线为通路示意：控制与数据（TCP/IP、PCIe、背板触发）、信号（电缆与针床接触）；机箱为产品图，其余图形为示意。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2064" y="4700016"/>
            <a:ext cx="53035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三大组件：官方功能描述（引自 ni.com）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2064" y="4896612"/>
            <a:ext cx="530352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2064" y="4919472"/>
            <a:ext cx="457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" name="Picture 81" descr="ic_ts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352" y="5007597"/>
            <a:ext cx="420624" cy="22608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42415" y="491032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80160" y="490118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0160" y="5065776"/>
            <a:ext cx="453542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Off-the-shelf test management software for validation &amp; production test.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80160" y="5202936"/>
            <a:ext cx="4535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现成的测试管理软件，用于验证测试与生产测试。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2064" y="5376672"/>
            <a:ext cx="457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8" name="Picture 87" descr="ic_lv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352" y="5464797"/>
            <a:ext cx="420624" cy="226085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42415" y="536752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80160" y="535838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80160" y="5522976"/>
            <a:ext cx="453542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A graphical programming environment engineers use to develop automated production, validation &amp; research test systems.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80160" y="5660136"/>
            <a:ext cx="4535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工程师用于开发自动化生产、验证与研究类测试系统的图形化编程环境。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2064" y="5833872"/>
            <a:ext cx="457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4" name="Picture 93" descr="ic_tsm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352" y="5945657"/>
            <a:ext cx="420624" cy="178765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42415" y="582472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0" y="581558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80160" y="5980176"/>
            <a:ext cx="453542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Extends the TestStand environment to help you develop, debug, deploy, and maintain semiconductor test systems.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0160" y="6117336"/>
            <a:ext cx="4535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在 TestStand 环境之上扩展，用于开发、调试、部署与维护半导体测试系统。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45936" y="1554480"/>
            <a:ext cx="532180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的软件拓扑思想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45936" y="1751076"/>
            <a:ext cx="5321808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45936" y="1810512"/>
            <a:ext cx="5321808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8000"/>
              </a:lnSpc>
            </a:pP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NI 的软件拓扑是一个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五层单向依赖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的结构：最上为业务与数据（MES、程序库、结果库、分析平台），其下为测试执行（TestStand 与 TSM），再下为测量开发（LabVIEW 程序），再下为仪器访问（NI-VISA 会话与 IVI 类驱动），最下为硬件承载（PXI 机箱与模块、开关矩阵、外挂仪器）及被测对象（夹具、针床、DUT）。依赖只向下、不向上：上层仅通过相邻下层的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标准接口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调用，任一层的实现被替换，其上层程序的语义不变。该约束带来三个直接效果——仪器选型与测试开发解耦，同一程序可运行于不同厂商、不同形态的仪器；测量逻辑与硬件配置解耦，机型变化以配置完成而非改码；数据格式与测试程序解耦，结果以统一格式（如 STDF）流向 MES 与分析侧。软件拓扑的价值不在分层本身，而在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每层边界处都有可被第三方实现的公开接口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，使平台能够吸纳外部仪器、外部程序与外部分析工具。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45936" y="3657600"/>
            <a:ext cx="532180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19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的设备虚拟化思想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45936" y="3854196"/>
            <a:ext cx="5321808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45936" y="3931920"/>
            <a:ext cx="53218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8000"/>
              </a:lnSpc>
            </a:pP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设备虚拟化把仪器从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一台设备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变为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一组可描述的能力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：仪器被抽象为通道数、量程、采样率、触发方式与精度等属性的集合，测试程序按能力编写、不按型号编写；具体设备由驱动层声明自身满足哪些能力，因此同一逻辑仪器可映射到不同厂商、不同总线、不同形态的实现上。在此之上给出三个可操作的结果：其一是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仿真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，以仿真设备替代实机即可跑通流程、判定与数据通道，实机到位只替换会话而不改程序，联调期与硬件到货解耦；其二是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互换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，类驱动把同一逻辑仪器指向不同具体驱动，替换仪器只需修改配置并重跑验证项；其三是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跨形态复用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，同一程序既可在 PXI 模块上运行，也可在台式仪器与远程仪器上运行，机型切换由配置完成。其实质是把硬件的物理差异</a:t>
            </a:r>
            <a:r>
              <a:rPr sz="8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收敛到驱动与配置两处</a:t>
            </a:r>
            <a:r>
              <a:rPr sz="84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，其余各层只看到能力，因而测试能力的演进不再受制于某台具体硬件的生命周期。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2064" y="6382512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公开产品资料与技术文档（TestStand、LabVIEW、TSM、NI-VISA、IVI、PXI）；英文引文引自 ni.com，中文为直译；架构归纳与洞察结论为本文观点。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228832" y="6419088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