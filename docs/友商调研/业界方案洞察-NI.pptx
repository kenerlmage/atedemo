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19456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291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第一篇　硬件拓扑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40080"/>
            <a:ext cx="11155680" cy="58521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40080"/>
            <a:ext cx="45720" cy="58521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731520"/>
            <a:ext cx="10835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美国国家仪器（National Instruments，简称 NI）成立于 1976 年，总部位于美国得克萨斯州奥斯汀，长期提供模块化仪器、测试执行软件与系统集成工具；2023 年并入 Emerson，作为其测试与测量业务运营。其 PXI 模块化平台与 TestStand 测试执行软件在电子、汽车与半导体测试领域应用广泛。本页基于其公开资料，说明该方案的硬件拓扑与适用场景。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371600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2064" y="1371600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453896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中心与网络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55064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管理与数据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45336" y="1453896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2" y="1527048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719072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站点与中心互联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千兆及以上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3384" y="1453896"/>
            <a:ext cx="1825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5680" y="1527048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中心服务器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680" y="1719072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程序库与结果库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部署与追溯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1432" y="1453896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3728" y="1527048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制造执行接口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3728" y="1719072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任务令与结果回传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按产线接口约定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790187" y="2322576"/>
            <a:ext cx="118872" cy="164592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2064" y="2523744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12064" y="2523744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606039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站点控制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2807208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工控计算机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45336" y="2606039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627632" y="2679191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2871215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运行测试执行软件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连接机箱与外部仪器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3384" y="2606039"/>
            <a:ext cx="1825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35680" y="2679191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嵌入式控制器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5680" y="2871215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插于机箱内部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适用于紧凑型工位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61432" y="2606039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43728" y="2679191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操作终端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3728" y="2871215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启动、监视与处置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不参与测量控制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790187" y="3474720"/>
            <a:ext cx="118872" cy="164592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12064" y="3675887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12064" y="3675887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3758183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仪器与开关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959351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测量资源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45336" y="3758183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627632" y="3831335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7632" y="4023359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数字、模拟、射频模块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背板提供时钟与触发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53384" y="3758183"/>
            <a:ext cx="1825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535680" y="3831335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5680" y="4023359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通道扩展与路径切换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共享资源的互斥管理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61432" y="3758183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443728" y="3831335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3728" y="4023359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以太网、总线与串口仪器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统一会话访问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3790187" y="4626864"/>
            <a:ext cx="118872" cy="164592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12064" y="4828032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12064" y="4828032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" y="4910328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接口与被测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5111496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被测对象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45336" y="4910328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627632" y="4983480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27632" y="5175504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机械定位与信号引出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更换品种时整体替换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53384" y="4910328"/>
            <a:ext cx="1825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535680" y="4983480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35680" y="5175504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同一机箱支持多工位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各工位并行执行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61432" y="4910328"/>
            <a:ext cx="1825752" cy="749808"/>
          </a:xfrm>
          <a:prstGeom prst="rect">
            <a:avLst/>
          </a:prstGeom>
          <a:solidFill>
            <a:srgbClr val="F7F6F3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443728" y="4983480"/>
            <a:ext cx="1661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上下料装置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43728" y="5175504"/>
            <a:ext cx="16611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手动或自动上下料</a:t>
            </a:r>
          </a:p>
          <a:p>
            <a:pPr algn="l">
              <a:lnSpc>
                <a:spcPct val="115000"/>
              </a:lnSpc>
            </a:pPr>
            <a:r>
              <a:rPr sz="6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与测试节拍配合</a:t>
            </a:r>
          </a:p>
        </p:txBody>
      </p:sp>
      <p:pic>
        <p:nvPicPr>
          <p:cNvPr id="63" name="Picture 62" descr="rep_px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371600"/>
            <a:ext cx="4334256" cy="113385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333488" y="1371600"/>
            <a:ext cx="4334256" cy="1133856"/>
          </a:xfrm>
          <a:prstGeom prst="rect">
            <a:avLst/>
          </a:prstGeom>
          <a:noFill/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333488" y="2532888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 1　模块化机箱与仪器配置界面（ni.com 产品资料）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33488" y="2706624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拓扑说明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33488" y="2916936"/>
            <a:ext cx="4334256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33488" y="2926080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（一）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17536" y="2926080"/>
            <a:ext cx="39502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单站点纵向结构：中心侧只负责程序下发与结果回收，站点侧承担全部实时测试动作。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33488" y="3493008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（二）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17536" y="3493008"/>
            <a:ext cx="39502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多工位由机箱内并行执行实现，不通过增加工业控制计算机数量扩展工位；程序与结果经工业以太网传输，仪器控制信号经背板传输，两条通路相互独立。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33488" y="4114800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33488" y="4325112"/>
            <a:ext cx="4334256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33488" y="435254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424927" y="441655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多品种、中小批量、引脚数中等以上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09376" y="441655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33488" y="462686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424927" y="469087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单一机箱内 4 至 16 工位并行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09376" y="46908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33488" y="4901183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424927" y="496519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数字、模拟与射频混合测量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09376" y="496519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33488" y="517550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424927" y="523951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成本敏感的单品种大批量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09376" y="523951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33488" y="544982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424927" y="551383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需与既有非 NI 仪器深度耦合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09376" y="551383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2064" y="5797296"/>
            <a:ext cx="11155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512064" y="5797296"/>
            <a:ext cx="45720" cy="53035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5861304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5568" y="5870448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该方案以单一站点承载多工位并行，扩展工位不依赖增加计算机数量；程序与结果、仪器控制分走两条通路，适用于中等规模、品种较多的量产线。适用性判断以功能覆盖与工程成本为依据，不含价格因素。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2064" y="6419088"/>
            <a:ext cx="11155680" cy="9144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公开产品资料与公司信息；分层方式与适用性判断为本文归纳。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19456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291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第二篇　软件架构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40080"/>
            <a:ext cx="11155680" cy="58521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40080"/>
            <a:ext cx="45720" cy="58521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731520"/>
            <a:ext cx="10835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 的软件体系以 LabVIEW（1986 年首次发布）为基础，向上延伸出 TestStand 测试执行软件，以及面向半导体测试的 TestStand Semiconductor Module。其公开资料将测量、测试执行与数据管理划分为相对独立的产品线，各自独立发布与升级。本页说明该方案的软件分层与适用场景。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2 /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371600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2064" y="1371600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453896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55064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使用者视角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45336" y="1453896"/>
            <a:ext cx="564184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64207" y="1517904"/>
            <a:ext cx="540410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操作界面　程序管理　结果查询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7" y="1746504"/>
            <a:ext cx="540410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面向操作与工艺人员，负责程序选择、运行监视与结果查阅，不直接控制仪器。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790187" y="2322576"/>
            <a:ext cx="118872" cy="164592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12064" y="2523744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2064" y="2523744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606039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执行层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807208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流程组织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45336" y="2606039"/>
            <a:ext cx="564184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664207" y="2670048"/>
            <a:ext cx="540410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序列执行　工位管理　判定与分档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7" y="2898648"/>
            <a:ext cx="540410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按既定流程组织测试步骤，管理多工位并行，汇集测量结果并完成合格性判定与分档。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790187" y="3474720"/>
            <a:ext cx="118872" cy="164592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12064" y="3675887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12064" y="3675887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758183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测量层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3959351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测量实现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45336" y="3758183"/>
            <a:ext cx="564184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664207" y="3822191"/>
            <a:ext cx="540410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测量程序　仪器驱动　开关路径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7" y="4050791"/>
            <a:ext cx="540410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面向具体测试项，完成激励施加、信号采集与数据换算，并与仪器和开关资源对接。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790187" y="4626864"/>
            <a:ext cx="118872" cy="164592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12064" y="4828032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12064" y="4828032"/>
            <a:ext cx="41148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910328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平台层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111496"/>
            <a:ext cx="84124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资源与配置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45336" y="4910328"/>
            <a:ext cx="564184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664207" y="4974336"/>
            <a:ext cx="540410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机箱与模块管理　系统配置　自检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64207" y="5202936"/>
            <a:ext cx="540410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完成硬件资源发现、通道与触发配置、设备自检与固件维护，为以上各层提供统一资源视图。</a:t>
            </a:r>
          </a:p>
        </p:txBody>
      </p:sp>
      <p:pic>
        <p:nvPicPr>
          <p:cNvPr id="39" name="Picture 38" descr="rep_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371600"/>
            <a:ext cx="2121408" cy="106070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7333488" y="1371600"/>
            <a:ext cx="2121408" cy="1060704"/>
          </a:xfrm>
          <a:prstGeom prst="rect">
            <a:avLst/>
          </a:prstGeom>
          <a:noFill/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33488" y="2459736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 1　测试执行软件</a:t>
            </a:r>
          </a:p>
        </p:txBody>
      </p:sp>
      <p:pic>
        <p:nvPicPr>
          <p:cNvPr id="42" name="Picture 41" descr="rep_l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371600"/>
            <a:ext cx="2121408" cy="106070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9546336" y="1371600"/>
            <a:ext cx="2121408" cy="1060704"/>
          </a:xfrm>
          <a:prstGeom prst="rect">
            <a:avLst/>
          </a:prstGeom>
          <a:noFill/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46336" y="2459736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 2　测量开发环境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2633472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架构特征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2843784"/>
            <a:ext cx="4334256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33488" y="288950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（一）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7536" y="2889504"/>
            <a:ext cx="3950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层次职责单一：应用层不涉及测量，测量层不涉及流程，任一层调整不影响相邻层。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3488" y="3474720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（二）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7536" y="3474720"/>
            <a:ext cx="3950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流程与测量分离、结果出口统一：换被测对象主要改测量层与流程配置，换仪器主要改测量层；各层结果按统一格式归档，供中心侧汇总与追溯。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3488" y="4114800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3488" y="4325112"/>
            <a:ext cx="4334256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33488" y="435254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424927" y="441655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流程稳定、需长期维护的量产线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09376" y="441655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33488" y="462686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424927" y="469087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测试项由工艺定义、软件仅作组织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9376" y="46908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3488" y="4901183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424927" y="496519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多品种小批量、换型频繁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09376" y="496519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33488" y="517550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24927" y="523951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频繁变更的研发验证阶段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09376" y="523951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33488" y="544982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424927" y="551383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仅需轻量单工位执行的小型工位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09376" y="551383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" y="5797296"/>
            <a:ext cx="11155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512064" y="5797296"/>
            <a:ext cx="45720" cy="53035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861304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" y="5870448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软件按应用、执行、测量、平台四层划分，流程与测量分离使换型与换仪器的影响范围可控；该结构适合流程稳定、需长期维护的量产场景，研发验证阶段因配置与授权调整周期较长而相对受限。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" y="6419088"/>
            <a:ext cx="11155680" cy="9144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公开产品资料与公司信息；四层划分与适用性判断为本文归纳，非厂商官方分类。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