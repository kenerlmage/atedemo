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01168"/>
            <a:ext cx="7132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1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业界方案洞察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310896"/>
            <a:ext cx="38039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4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NI：公司 · 产品与特性 · 核心思想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566928"/>
            <a:ext cx="11155680" cy="786384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12064" y="566928"/>
            <a:ext cx="45720" cy="78638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00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69264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公司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64008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2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美国国家仪器（National Instruments，NI）1976 年成立于美国得克萨斯州奥斯汀，2023 年并入 Emerson，作为其测试与测量业务运营。公司以测量与控制软件平台为核心，配合模块化硬件，服务半导体、汽车、航空航天与国防、能源、通信及院校科研等领域的验证与生产测试。1986 年发布 LabVIEW，由此确立「虚拟仪器」路线：以软件定义仪器功能，硬件只提供通用的采集与激励能力。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444752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499616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产品与产品特性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1700784"/>
            <a:ext cx="1517904" cy="9144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2064" y="1773936"/>
            <a:ext cx="11155680" cy="219456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1792" y="1805940"/>
            <a:ext cx="14173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50" b="1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产品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48256" y="1805940"/>
            <a:ext cx="1600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50" b="1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类别与定位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805940"/>
            <a:ext cx="7772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50" b="1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关键特性（官方口径与公开资料）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1993392"/>
            <a:ext cx="111556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12064" y="1993392"/>
            <a:ext cx="11155680" cy="731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098548"/>
            <a:ext cx="1426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TestStand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48256" y="2098548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0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测试执行与管理软件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043684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3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以序列组织测试步骤；支持并行与多工位执行；记录结果并生成报表；可调用 LabVIEW、C/C#、Python 等代码模块；不绑定具体仪器。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" y="2359152"/>
            <a:ext cx="11155680" cy="36576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12064" y="2359152"/>
            <a:ext cx="11155680" cy="731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2464308"/>
            <a:ext cx="1426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LabVIEW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48256" y="2464308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0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图形化开发环境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2409444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3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数据流图形编程；具备仪器连接与驱动调用能力；内建用户界面控件；配测试专用库与工具包，缩短开发与调试周期。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" y="2724912"/>
            <a:ext cx="111556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12064" y="2724912"/>
            <a:ext cx="11155680" cy="731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2830068"/>
            <a:ext cx="1426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48256" y="2830068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0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半导体测试扩展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2775204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3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在 TestStand 之上增加半导体测试所需的工位与引脚映射、多工位并行及量产流程支持；官方定位为开发、调试、部署与维护半导体测试系统。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" y="3090672"/>
            <a:ext cx="11155680" cy="36576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12064" y="3090672"/>
            <a:ext cx="11155680" cy="731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3195828"/>
            <a:ext cx="1426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PXI 平台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8256" y="3195828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0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模块化硬件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3140964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3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机箱、控制器与模块组合成测量系统；背板提供触发与时钟同步；按测量类型更换模块即可改变仪器构成，无需专用整机。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" y="3456432"/>
            <a:ext cx="111556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12064" y="3456432"/>
            <a:ext cx="11155680" cy="731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3561588"/>
            <a:ext cx="1426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NI-VISA / IVI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48256" y="3561588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0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仪器抽象层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39" y="3506724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3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以统一会话访问 GPIB、LXI、USB、串口与 PXI 仪器；IVI 提供类驱动，实现同类仪器互换，上层调用不随硬件变更。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" y="3822191"/>
            <a:ext cx="11155680" cy="36576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512064" y="3822191"/>
            <a:ext cx="11155680" cy="731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3927348"/>
            <a:ext cx="1426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3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InstrumentStudio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48256" y="3927348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0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仪器软面板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3872483"/>
            <a:ext cx="7772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3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以台式仪器面板方式操作模块化仪器；面板可保存与复用，便于调试与人工验证，减少自编界面工作量。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" y="4187952"/>
            <a:ext cx="11155680" cy="9144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" y="431596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" y="4370831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核心思想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7824" y="4572000"/>
            <a:ext cx="1517904" cy="9144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2064" y="4645152"/>
            <a:ext cx="269748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12064" y="4645152"/>
            <a:ext cx="36576" cy="113385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" y="4709160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" y="4956048"/>
            <a:ext cx="24597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6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软件定义仪器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" y="5148072"/>
            <a:ext cx="2459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功能由软件配置决定，硬件只提供通用采集与激励；同一机箱加载不同程序即成为不同仪器。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" y="5541264"/>
            <a:ext cx="2459736" cy="731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" y="5577840"/>
            <a:ext cx="24597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0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启示：把测量能力放进软件层，硬件趋于通用。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31159" y="4645152"/>
            <a:ext cx="269748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3331159" y="4645152"/>
            <a:ext cx="36576" cy="113385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50031" y="4709160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50031" y="4956048"/>
            <a:ext cx="24597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6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模块化与复用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50031" y="5148072"/>
            <a:ext cx="2459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机箱、模块与背板同步构成复用基础；多种测量需求以组合覆盖，而非逐项定制整机。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50031" y="5541264"/>
            <a:ext cx="2459736" cy="731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50031" y="5577840"/>
            <a:ext cx="24597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0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启示：以组合覆盖品类，降低小批量成本。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50254" y="4645152"/>
            <a:ext cx="269748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6150254" y="4645152"/>
            <a:ext cx="36576" cy="113385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69126" y="4709160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9126" y="4956048"/>
            <a:ext cx="24597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6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开放标准与生态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69126" y="5148072"/>
            <a:ext cx="2459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PXI、VISA/IVI、ATML 等公开标准，使第三方模块与驱动可接入，用户不被单一供应商锁定。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69126" y="5541264"/>
            <a:ext cx="2459736" cy="731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69126" y="5577840"/>
            <a:ext cx="24597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0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启示：接口按标准实现，保留替换空间。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69349" y="4645152"/>
            <a:ext cx="269748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8969349" y="4645152"/>
            <a:ext cx="36576" cy="1133856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88221" y="4709160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88221" y="4956048"/>
            <a:ext cx="24597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6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描述与执行分离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88221" y="5148072"/>
            <a:ext cx="2459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2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TestStand 负责编排，LabVIEW 与代码模块负责执行，驱动负责适配仪器，三者互不越界。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88221" y="5541264"/>
            <a:ext cx="2459736" cy="731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88221" y="5577840"/>
            <a:ext cx="24597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0" i="0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启示：测试描述与执行引擎解耦，换平台不改描述。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12064" y="5888736"/>
            <a:ext cx="11155680" cy="9144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12064" y="5943600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4128" y="5943600"/>
            <a:ext cx="106070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6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NI 的可借鉴之处在于分层与解耦：以软件平台为价值核心，以模块化硬件承载测量能力，以公开标准维持生态；对应到本方案，即测试描述与执行引擎分离、仪器访问抽象为统一驱动、仿真与实机共用同一套描述。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2064" y="6483096"/>
            <a:ext cx="10424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资料来源：NI 公开公司信息与产品页（TestStand、LabVIEW、TestStand Semiconductor Module、PXI、NI-VISA、InstrumentStudio）；产品特性为公开资料归纳，思想归纳与启示为本文判断。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247120" y="6528816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0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