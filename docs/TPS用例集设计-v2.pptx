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32688"/>
            <a:ext cx="110550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193792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结构版本：五键 · 包结构：tps.json + testcase/ + resource/ + wheel/ · 2026-10-07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只有 released 状态允许用于正式生产运行；草稿与评审中的基线不参与生产。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PN 白名单与多路 SN 信号源匹配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这台 UUT 能不能用这份基线测；多路 SN 并行时，每个 SN 采到的数据属于哪个信号源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756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2374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6243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72384"/>
            <a:ext cx="2103120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3072384"/>
            <a:ext cx="2231136" cy="438912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5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785615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15968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315968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846320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66944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61441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白名单规模小时内联在清单里便于评审；件号成百上千时放 resource/，清单只留引用。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多路 SN 与信号源匹配</a:t>
            </a:r>
          </a:p>
        </p:txBody>
      </p:sp>
      <p:pic>
        <p:nvPicPr>
          <p:cNvPr id="23" name="Picture 22" descr="tps-slot-source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901952"/>
            <a:ext cx="5751576" cy="345094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70448" y="566928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5669280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并行路数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5870448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448" y="598017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signal_source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5980176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该位号数据所属信号源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70448" y="6181344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0448" y="629107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source_channel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6291072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信号源上的物理输出口，位号之间不共用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70448" y="6492240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解析失败只记录告警，不阻断整套流程的启动；真正需要设备时由用例判定该步失败。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用例清单与编排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跑哪些用例、什么顺序、失败怎么办；三层：环境初始化 / 测试套 / 环境终止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测试套：数组顺序即执行顺序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串行（默认）：条目按数组顺序依次执行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 per_sn：该条目在每个位号上各执行一次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706624"/>
            <a:ext cx="1417320" cy="9144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用例条目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706624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706624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1 各跑一遍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706624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94436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944368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2 各跑一遍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2944368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82112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182112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3 各跑一遍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182112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4198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419856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4 各跑一遍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60" y="3419856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785615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3785615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169663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27939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4279392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timeout_s · retry · on_fail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66344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77316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4773168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serial（默认）/ per_sn / shared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15721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2669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skip_when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21408" y="52669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条件跳过（如设备缺失），跳过而非失败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650992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76072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always_run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21408" y="5760720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仅 teardown：为 true 时失败也必须执行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614476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3785615"/>
            <a:ext cx="5349240" cy="192024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manual · 人工确认子用例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需要操作员判断的步骤（外观检查、装夹确认、人工上下料）以人工确认子用例表达：运行时弹出确认窗口，操作员确认后继续，超时按 timeout_s 处置。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"case": "testcase.manual::appearance_check",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"manual": { "message": "确认外壳无划伤后继续",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            "expect": "操作员确认", "timeout_s": 300 }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自动用例中途需要确认时，也可在用例内调用判定上下文的确认接口插入等待点。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channels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形态校验；位号与信号源绑定，判定结果归属到正确的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串行执行环境初始化；失败按 on_fail 处置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用例序列展开：串行 · per_sn 并行 · manual 弹窗确认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always_run 条目必跑；汇总判定明细并生成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