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问题背景：单个测试站控制柜支撑多个测试台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提效需求与 GPB 的产能限制：要求一个控制柜能够连接同一个 GPB，并支撑多个测试台运行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需求与约束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20240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提效需求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6816" y="1920240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同一测试站控制柜下支撑多个测试台，提高工位利用率与产出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7744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GPB 产能限制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6816" y="2487168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GPB（general process board）数量与内部资源有限，无法为每个测试台各配一块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44368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054096"/>
            <a:ext cx="129844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由此产生的约束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3054096"/>
            <a:ext cx="37307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单个控制柜需要连接同一个 GPB，并支撑多个测试台运行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75887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当前方案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86784"/>
            <a:ext cx="5120640" cy="2304288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上位机工控机 PC 上的 Python 测试脚本，经 SSH 连接 GPB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 GPB 上的 .sh 脚本，通过修改寄存器完成测试执行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一个测试站连接多个测试台时，分时向同一个 GPB 下发多条命令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每条命令是一个进程，命令之间串行执行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脚本与内部工具随 GPB 部署，版本不在上位机侧受控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664208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当前方案示意</a:t>
            </a:r>
          </a:p>
        </p:txBody>
      </p:sp>
      <p:pic>
        <p:nvPicPr>
          <p:cNvPr id="18" name="Picture 17" descr="tps-multi-bench-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956816"/>
            <a:ext cx="5751576" cy="345094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448" y="5486400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该方案可能存在的问题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70448" y="5797296"/>
            <a:ext cx="5751576" cy="1225296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固定问题：本脚本调用的是电子电气的内部工具，不适合对外暴露，也不适合作为测试台正式发布软件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分时共用同一个 GPB：多台测试台无法并行，排队时间随台数增长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多进程下发：命令与进程数随测试台数量增长，运行状态与结果分散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直接修改寄存器：缺少参数校验与通道隔离，多台并存时容易互相干扰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正式方案：ATE Runner 一拖多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 BOM 注册多个工位实例，各台通道配置存于装备属性配置模块的 DB；用例经 gRPC 与同一个 GPB 的设备管理服务通信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机制</a:t>
            </a:r>
          </a:p>
        </p:txBody>
      </p:sp>
      <p:pic>
        <p:nvPicPr>
          <p:cNvPr id="6" name="Picture 5" descr="icon-b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92808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0976" y="19202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 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202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多台测试台共用同一份设备清单，按清单注册工位实例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b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50008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50976" y="23774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工位实例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3774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每个实例一套执行页面与运行上下文，独立运行 TPS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432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a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80720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50976" y="28346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通道配置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8346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各台不同的通道配置写入装备属性配置模块的 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004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para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264408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0976" y="32918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参数注入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2918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执行时通过 pytest 将通道配置等参数传给测试用例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576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grp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72160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0976" y="374903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连接方式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749039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用例与 GPB 上的设备管理进程建立 gRPC 连接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148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178808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0976" y="420624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汇聚点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206240"/>
            <a:ext cx="3767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各工控机的命令都发给同一个 GPB 设备管理服务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57200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68172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与当前方案的差别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992624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对比项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08176" y="4956048"/>
            <a:ext cx="1773936" cy="23774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当前方案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18688" y="4956048"/>
            <a:ext cx="2468880" cy="23774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正式方案（ATE Runner）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66944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执行主体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08176" y="5266944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GPB 上的 .sh 脚本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8688" y="5266944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工位实例中的 pytest 用例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495544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522976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通道差异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08176" y="552297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集中在脚本与 GPB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18688" y="552297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写入装备属性配置模块 DB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751576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77900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多台支撑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8176" y="577900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分时下发、进程串行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18688" y="577900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多工位实例同时在线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007608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03504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对外发布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08176" y="603504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内部工具随软件发布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18688" y="6035040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只发布 Runner 与驱动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263640"/>
            <a:ext cx="51206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一拖多架构</a:t>
            </a:r>
          </a:p>
        </p:txBody>
      </p:sp>
      <p:pic>
        <p:nvPicPr>
          <p:cNvPr id="51" name="Picture 50" descr="tps-multi-bench-runn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0448" y="1883664"/>
            <a:ext cx="5751576" cy="3450946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5870448" y="5394960"/>
            <a:ext cx="5751576" cy="877824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用例经 pytest 注入通道参数，与 GPB 设备管理进程建立 gRPC 连接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各测试工控机下发的命令，都发给同一个 GPB 设备管理服务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对外发布的软件只含 ATE Runner 与通用驱动，不含内部 .sh 工具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