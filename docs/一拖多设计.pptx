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问题背景：单个测试站控制柜支撑多个测试台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提效需求与 GPB 的产能限制：要求一个控制柜能够连接同一个 GPB，并支撑多个测试台运行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需求与约束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20240"/>
            <a:ext cx="129844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提效需求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6816" y="1920240"/>
            <a:ext cx="37307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同一测试站控制柜下支撑多个测试台，提高工位利用率与产出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77440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129844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GPB 产能限制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2487168"/>
            <a:ext cx="37307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GPB（general process board）数量与内部资源有限，无法为每个测试台各配一块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44368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54096"/>
            <a:ext cx="129844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由此产生的约束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3054096"/>
            <a:ext cx="37307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单个控制柜需要连接同一个 GPB，并支撑多个测试台运行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11296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675887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当前方案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86784"/>
            <a:ext cx="5120640" cy="2304288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上位机工控机 PC 上的 Python 测试脚本，经 SSH 连接 GPB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 GPB 上的 .sh 脚本，通过修改寄存器完成测试执行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一个测试站连接多个测试台时，分时向同一个 GPB 下发多条命令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每条命令是一个进程，命令之间串行执行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脚本与内部工具随 GPB 部署，版本不在上位机侧受控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664208"/>
            <a:ext cx="5751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当前方案示意</a:t>
            </a:r>
          </a:p>
        </p:txBody>
      </p:sp>
      <p:pic>
        <p:nvPicPr>
          <p:cNvPr id="18" name="Picture 17" descr="tps-multi-bench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56816"/>
            <a:ext cx="5751576" cy="34509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448" y="5486400"/>
            <a:ext cx="5751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该方案可能存在的问题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0448" y="5797296"/>
            <a:ext cx="5751576" cy="1225296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固定问题：本脚本调用的是电子电气的内部工具，不适合对外暴露，也不适合作为测试台正式发布软件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分时共用同一个 GPB：多台测试台无法并行，排队时间随台数增长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多进程下发：命令与进程数随测试台数量增长，运行状态与结果分散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直接修改寄存器：缺少参数校验与通道隔离，多台并存时容易互相干扰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正式方案：ATE Runner 一拖多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设备 BOM 注册多个工位实例，各台通道配置存于装备属性配置模块的 DB；用例经 gRPC 与同一个 GPB 的设备管理服务通信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2024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设备 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2224" y="1920240"/>
            <a:ext cx="3895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多台测试台相同的设备清单，由 BOM 注册工位实例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59152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工位实例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468880"/>
            <a:ext cx="3895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每个实例一套执行页面与运行上下文，独立运行 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07792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1752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通道配置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3017520"/>
            <a:ext cx="3895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各测试台不同的设备通道配置，存放在装备属性配置模块的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56432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56616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参数注入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4" y="3566160"/>
            <a:ext cx="3895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测试执行时由 pytest 把通道配置等参数传递给测试用例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05072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1148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连接方式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4114800"/>
            <a:ext cx="3895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用例与 GPB 上的设备管理进程建立 gRPC 连接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553712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66344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汇聚点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4" y="4663440"/>
            <a:ext cx="38953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各工控机下发的命令都交给同一个 GPB 上的设备管理服务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102351"/>
            <a:ext cx="512064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3035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与当前方案的差别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614416"/>
            <a:ext cx="5120640" cy="1408176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不再依赖 GPB 上的 .sh 脚本与电子电气的内部工具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工位实例由设备 BOM 注册，通道差异由 DB 与用例参数承担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多个工位实例同时在线，命令汇聚到同一个设备管理服务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1664208"/>
            <a:ext cx="5751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一拖多架构</a:t>
            </a:r>
          </a:p>
        </p:txBody>
      </p:sp>
      <p:pic>
        <p:nvPicPr>
          <p:cNvPr id="27" name="Picture 26" descr="tps-multi-bench-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56816"/>
            <a:ext cx="5751576" cy="345094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870448" y="5632704"/>
            <a:ext cx="5751576" cy="1389888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txBody>
          <a:bodyPr rtlCol="0" anchor="ctr" wrap="square" tIns="36576" bIns="36576"/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测试执行时通过 pytest 将参数传递给测试用例，用例与 GPB 上的设备管理进程建立 gRPC 连接。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这些测试工控机下发的命令，实际都发给了同一个 GPB 上的设备管理服务。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由此达成同时支撑多个测试台的目的；对外发布的测试软件只包含 ATE Runner 与通用驱动。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