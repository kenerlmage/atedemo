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877824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供应商设备软件的形态与 ATE 接入方式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06070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同一台设备可能同时提供多种形态；ATE 侧以统一的设备抽象层屏蔽差异，测试用例只面向能力接口编程，不直接依赖供应商实现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9202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ATE 测试执行层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1097280"/>
            <a:ext cx="356616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设备抽象与适配层（对外统一能力接口，屏蔽形态差异）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3136" y="1097280"/>
            <a:ext cx="511149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供应商提供的软件形态（按提供方式分四类）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7984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291072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371600"/>
            <a:ext cx="1920240" cy="4882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4048" y="1517904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609344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08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/ 测试程序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3145536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3236976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能力调用</a:t>
            </a:r>
          </a:p>
          <a:p>
            <a:pPr algn="ctr">
              <a:lnSpc>
                <a:spcPct val="108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连接 · 配置 · 触发 · 采集 · 判定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773168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3" y="4864607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结果与追溯</a:t>
            </a:r>
          </a:p>
          <a:p>
            <a:pPr algn="ctr">
              <a:lnSpc>
                <a:spcPct val="108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测量值、判定、日志与报告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0048" y="137160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61488" y="164363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40817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C-ABI 封装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ctypes / CFFI 加载 DLL，按头文件声明结构体与函数原型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2199132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61488" y="247116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2235708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适配器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直接导入供应商包，包装为统一设备类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048" y="3026663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488" y="3298697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4096" y="3063239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/ SCPI 客户端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PyVISA 打开资源，按手册下发命令、解析响应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70048" y="3854196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61488" y="4126229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3890772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.NET 桥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comtypes 或 pythonnet 调 ActiveX、.NET 程序集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70048" y="4681728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1488" y="4953762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4718304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进程调用器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subprocess 调厂商 exe，解析返回码与输出文件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70048" y="550926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1488" y="578129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6" y="554583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协议实现器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按私有协议手册自建串口 / CAN / TCP 报文收发与校验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03136" y="1371600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94576" y="1371600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二进制接口类（随驱动包分发）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03136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DLL + 头文件（C/C++ SDK）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2852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8612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ActiveX 组件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95176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03136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2176272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.NET 程序集（含 NuGet）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02852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5460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8612" y="2176272"/>
            <a:ext cx="198881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IVI / VXIplug&amp;play 驱动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1229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69517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03136" y="2871215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4576" y="2871215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语言绑定类（按语言分发）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76288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库（whl / .pyd）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02852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95460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8612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LabVIEW VI 库 / 驱动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695176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03136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76288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MATLAB / .mex 工具箱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02852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95460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8612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Java JAR / JNI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695176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136" y="4370831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94576" y="4370831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协议命令类（只给文档）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03136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76288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接口手册（SCPI 命令集）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2852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95460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8612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私有协议手册（串口 / CAN 报文）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695176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03136" y="5394959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5394959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可执行与服务类（黑盒调用）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03136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76288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命令行工具（厂商 exe）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02852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95460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468612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REST / gRPC / Socket 服务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95176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635508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400800"/>
            <a:ext cx="69494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图例：① C-ABI 封装　② Python 适配器　③ VISA/SCPI 客户端　④ COM/.NET 桥　⑤ 进程调用　⑥ 协议实现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15200" y="6400800"/>
            <a:ext cx="45994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形态越靠「文档」，封装工作量越大；同一设备多形态时优先选二进制接口或官方 Python 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供应商设备软件的形态与 ATE 接入方式</dc:title>
  <dc:subject>ATE 设备驱动适配分层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