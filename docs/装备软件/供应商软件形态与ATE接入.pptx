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供应商软件形态与ATE接入分层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