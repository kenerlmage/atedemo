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问题背景（一）· 供应商软件接入的六类阻断点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供应商多以「独立设备 + 封闭软件」交付；网络、运行环境、接口与授权四条线同时收紧，ATE 的接入与自动化被挡在边界之外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224028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ATE 平台（我方可控）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078992"/>
            <a:ext cx="9034272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供应商软件（交付形态各异，多数不可控）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24028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2336" y="1536192"/>
            <a:ext cx="1984248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1874519" cy="10972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· TPS 编排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" y="2999232"/>
            <a:ext cx="1984248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90672"/>
            <a:ext cx="1874519" cy="10972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设备抽象层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统一能力接口：连接 / 配置 / 触发 / 采集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" y="4462272"/>
            <a:ext cx="1984248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553712"/>
            <a:ext cx="1874519" cy="10972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执行与追溯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Runner 执行 · 结果归档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51760" y="1371600"/>
            <a:ext cx="0" cy="4526280"/>
          </a:xfrm>
          <a:prstGeom prst="line">
            <a:avLst/>
          </a:prstGeom>
          <a:ln w="16510">
            <a:solidFill>
              <a:srgbClr val="8B0F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286000" y="5943600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接入边界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1371600"/>
            <a:ext cx="9034272" cy="4526280"/>
          </a:xfrm>
          <a:prstGeom prst="roundRect">
            <a:avLst>
              <a:gd name="adj" fmla="val 3000"/>
            </a:avLst>
          </a:prstGeom>
          <a:solidFill>
            <a:srgbClr val="F6F6F3"/>
          </a:solidFill>
          <a:ln w="1270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44952" y="1517904"/>
            <a:ext cx="4279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63824" y="163677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3864" y="1591056"/>
            <a:ext cx="3730752" cy="11338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网口数量受限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设备只提供 1 个业务网口且已被既有测试网占用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没有第二条通路接入 ATE 网络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16367" y="1517904"/>
            <a:ext cx="4279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5240" y="163677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1591056"/>
            <a:ext cx="3730752" cy="11338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网络策略封闭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仅允许与固定主机、固定网段通信，绑定静态路由与白名单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外部主机不可达，策略由供应商侧掌握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44952" y="2999232"/>
            <a:ext cx="4279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63824" y="3118104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3864" y="3072384"/>
            <a:ext cx="3730752" cy="11338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无法安装 Runner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交付封闭系统或受控工控机，禁止安装第三方程序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执行代理无法落地，也无法常驻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16367" y="2999232"/>
            <a:ext cx="4279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0" y="3118104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072384"/>
            <a:ext cx="3730752" cy="11338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无对外接口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仅提供图形界面，无 CLI、API 或协议文档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外部脚本无法驱动其动作，也取不回数据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44952" y="4480560"/>
            <a:ext cx="4279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163824" y="4599432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3864" y="4553712"/>
            <a:ext cx="3730752" cy="11338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授权绑定 MAC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许可证与网卡 MAC、机器指纹绑定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迁机、换网卡或重装系统即失效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16367" y="4480560"/>
            <a:ext cx="4279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35240" y="4599432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4553712"/>
            <a:ext cx="3730752" cy="11338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合规不允许接入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无代码签名、驱动未认证、开放高危端口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触发我方 IT 安全策略，入网审批不通过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446520"/>
            <a:ext cx="66751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红色虚线为我方无法单方面突破的接入边界；边界右侧的问题多需供应商配合或在我方侧改造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6446520"/>
            <a:ext cx="487375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六类问题常叠加出现，同一套供应商软件通常同时命中 2 项以上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问题背景（二）· 六类问题的机理图解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逐项还原阻断发生的环节：端口被占、策略拒绝、装不了代理、没有接口、授权绑机、合规不通过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① 网口数量受限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设备仅 1 个业务网口，且已被既有测试网占满；ATE 侧无法在同一条链路上并存接入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920240"/>
            <a:ext cx="1188720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84831"/>
            <a:ext cx="100584" cy="164592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673351" y="2167128"/>
            <a:ext cx="79552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68879" y="1920240"/>
            <a:ext cx="114300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767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468880"/>
            <a:ext cx="9601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唯一网口已占用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6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② 网络策略封闭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设备侧白名单只放行指定主机与网段，ATE 主机既不在白名单、也无法修改设备策略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920240"/>
            <a:ext cx="1078992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10.0.5.99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13248" y="2167128"/>
            <a:ext cx="822960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36208" y="1920240"/>
            <a:ext cx="129844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设备（白名单）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671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468880"/>
            <a:ext cx="132588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仅放行 10.0.5.20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6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③ 无法安装 Runner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交付系统封闭或镜像只读、无管理员权限，第三方执行代理无法安装与常驻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3" y="1920240"/>
            <a:ext cx="148132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封闭系统 / 只读镜像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65792" y="2167128"/>
            <a:ext cx="621792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387584" y="1956816"/>
            <a:ext cx="713232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28" name="&quot;No&quot; Symbol 27"/>
          <p:cNvSpPr/>
          <p:nvPr/>
        </p:nvSpPr>
        <p:spPr>
          <a:xfrm>
            <a:off x="10332719" y="1865376"/>
            <a:ext cx="841248" cy="841248"/>
          </a:xfrm>
          <a:prstGeom prst="noSmoking">
            <a:avLst/>
          </a:prstGeom>
          <a:noFill/>
          <a:ln w="304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59" y="1874520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1" y="2487168"/>
            <a:ext cx="15179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禁止安装第三方程序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④ 无对外接口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软件只有图形界面，无 CLI、API、协议文档；外部脚本无法触发动作、也无法取回数据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048" y="4233672"/>
            <a:ext cx="1298448" cy="548640"/>
          </a:xfrm>
          <a:prstGeom prst="roundRect">
            <a:avLst>
              <a:gd name="adj" fmla="val 4000"/>
            </a:avLst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供应商软件（仅 GUI）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56816" y="4142231"/>
            <a:ext cx="54864" cy="621792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304288" y="4233672"/>
            <a:ext cx="1298448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外部脚本 / 自动化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2011680" y="4507992"/>
            <a:ext cx="29260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719072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73936" y="4818888"/>
            <a:ext cx="17373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 CLI / API / 协议文档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24528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4256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⑤ 授权绑定 MAC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34256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许可证绑定网卡 MAC 与机器指纹，迁机、换网卡、重装系统即失效，无法随平台部署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34256" y="4215383"/>
            <a:ext cx="877824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A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A1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522976" y="4251959"/>
            <a:ext cx="621792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许可证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5212080" y="4507992"/>
            <a:ext cx="310896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528816" y="4215383"/>
            <a:ext cx="1005840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B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B2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144768" y="4507992"/>
            <a:ext cx="384048" cy="0"/>
          </a:xfrm>
          <a:prstGeom prst="line">
            <a:avLst/>
          </a:prstGeom>
          <a:ln w="1397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208776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74336" y="481888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授权有效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81344" y="481888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迁机即失效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74736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84463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⑥ 合规不允许接入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4463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无代码签名、驱动未认证、开放高危端口或缺少审计日志，入网审批不通过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84463" y="4105655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无签名驱动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84463" y="4434840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开放高危端口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84463" y="4764023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无审计日志</a:t>
            </a:r>
          </a:p>
        </p:txBody>
      </p:sp>
      <p:sp>
        <p:nvSpPr>
          <p:cNvPr id="57" name="Hexagon 56"/>
          <p:cNvSpPr/>
          <p:nvPr/>
        </p:nvSpPr>
        <p:spPr>
          <a:xfrm>
            <a:off x="10131551" y="4306824"/>
            <a:ext cx="1325880" cy="640080"/>
          </a:xfrm>
          <a:prstGeom prst="hexagon">
            <a:avLst/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IT 安全策略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473184" y="4562856"/>
            <a:ext cx="658367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674351" y="4297679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4320" y="6446520"/>
            <a:ext cx="66751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① ② 属网络可达性，③ 属运行环境，④ 属接口能力，⑤ ⑥ 属授权与合规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6446520"/>
            <a:ext cx="487375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除策略类问题可申请例外外，其余多需在我方侧以代理、旁路或协议适配方式绕开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供应商设备软件的形态与 ATE 接入方式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同一台设备可能同时提供多种形态；ATE 侧以统一的设备抽象层屏蔽差异，测试用例只面向能力接口编程，不直接依赖供应商实现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92024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① ATE 测试执行层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0048" y="1097280"/>
            <a:ext cx="356616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② 设备抽象与适配层（对外统一能力接口，屏蔽形态差异）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3136" y="1097280"/>
            <a:ext cx="5111496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③ 供应商提供的软件形态（按提供方式分四类）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7984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291072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1371600"/>
            <a:ext cx="1920240" cy="4882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4048" y="1517904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609344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/ 测试程序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3145536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3236976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能力调用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连接 · 配置 · 触发 · 采集 · 判定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4773168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3" y="4864607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结果与追溯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测量值、判定、日志与报告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0048" y="137160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61488" y="164363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40817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C-ABI 封装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ctypes / CFFI 加载 DLL，按头文件声明结构体与函数原型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70048" y="2199132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61488" y="247116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2235708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适配器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直接导入供应商包，包装为统一设备类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0048" y="3026663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61488" y="3298697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4096" y="3063239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/ SCPI 客户端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PyVISA 打开资源，按手册下发命令、解析响应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70048" y="3854196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61488" y="4126229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4096" y="3890772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.NET 桥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comtypes 或 pythonnet 调 ActiveX、.NET 程序集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70048" y="4681728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1488" y="4953762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4096" y="4718304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进程调用器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subprocess 调厂商 exe，解析返回码与输出文件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70048" y="550926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1488" y="578129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6" y="554583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协议实现器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按私有协议手册自建串口 / CAN / TCP 报文收发与校验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03136" y="1371600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94576" y="1371600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二进制接口类（随驱动包分发）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03136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76288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DLL + 头文件（C/C++ SDK）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02852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5460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68612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ActiveX 组件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695176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03136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2176272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.NET 程序集（含 NuGet）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02852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95460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8612" y="2176272"/>
            <a:ext cx="198881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IVI / VXIplug&amp;play 驱动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1229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69517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03136" y="2871215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94576" y="2871215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语言绑定类（按语言分发）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03136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76288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库（whl / .pyd）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02852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95460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68612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LabVIEW VI 库 / 驱动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695176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03136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76288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MATLAB / .mex 工具箱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02852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95460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8612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Java JAR / JNI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1695176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136" y="4370831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94576" y="4370831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协议命令类（只给文档）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03136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76288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接口手册（SCPI 命令集）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02852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95460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68612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私有协议手册（串口 / CAN 报文）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695176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803136" y="5394959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5394959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可执行与服务类（黑盒调用）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03136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76288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命令行工具（厂商 exe）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02852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95460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468612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REST / gRPC / Socket 服务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95176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446520"/>
            <a:ext cx="66751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图例：① C-ABI 封装　② Python 适配器　③ VISA/SCPI 客户端　④ COM/.NET 桥　⑤ 进程调用　⑥ 协议实现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40880" y="6446520"/>
            <a:ext cx="487375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形态越靠「文档」，封装工作量越大；同一设备多形态时优先选二进制接口或官方 Python 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供应商设备软件的形态与 ATE 接入方式</dc:title>
  <dc:subject>供应商软件接入问题背景与形态适配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